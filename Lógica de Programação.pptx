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60"/>
  </p:normalViewPr>
  <p:slideViewPr>
    <p:cSldViewPr snapToGrid="0">
      <p:cViewPr>
        <p:scale>
          <a:sx n="100" d="100"/>
          <a:sy n="100" d="100"/>
        </p:scale>
        <p:origin x="1362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04F80-5192-49C0-9B66-1BED60B66E36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B19CAD-34A9-44B1-8F49-A5EE11B727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1133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9CAD-34A9-44B1-8F49-A5EE11B7270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457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802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499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3502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463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90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904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217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787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52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93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637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1653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5833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0444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77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55174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291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147839F-8E16-4482-8A2D-75A5CD8564B5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244A2DD-BF99-4EC4-BD31-2EF76C77A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4835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0B7DC-18D0-46FC-93E7-5D9CAF2497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5ED4BD-39D6-40BE-B8CD-A0F6462154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3</a:t>
            </a:r>
          </a:p>
        </p:txBody>
      </p:sp>
    </p:spTree>
    <p:extLst>
      <p:ext uri="{BB962C8B-B14F-4D97-AF65-F5344CB8AC3E}">
        <p14:creationId xmlns:p14="http://schemas.microsoft.com/office/powerpoint/2010/main" val="2938418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C7389-5591-4DCE-B620-C6A40EFA2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 de aulas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B966FC1-A3A4-4263-800F-E255E2D78309}"/>
              </a:ext>
            </a:extLst>
          </p:cNvPr>
          <p:cNvSpPr txBox="1"/>
          <p:nvPr/>
        </p:nvSpPr>
        <p:spPr>
          <a:xfrm>
            <a:off x="1028700" y="2100784"/>
            <a:ext cx="97345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Introdução ao raciocínio lógico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Fluxogramas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Pseudocódigo (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Portugol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Introdução a linguagem de programação (Python)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Conceito de variáveis e tipos de Dados</a:t>
            </a:r>
          </a:p>
        </p:txBody>
      </p:sp>
    </p:spTree>
    <p:extLst>
      <p:ext uri="{BB962C8B-B14F-4D97-AF65-F5344CB8AC3E}">
        <p14:creationId xmlns:p14="http://schemas.microsoft.com/office/powerpoint/2010/main" val="6139534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TM04033929[[fn=Ardósia]]</Template>
  <TotalTime>27</TotalTime>
  <Words>33</Words>
  <Application>Microsoft Office PowerPoint</Application>
  <PresentationFormat>Widescreen</PresentationFormat>
  <Paragraphs>9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Calisto MT</vt:lpstr>
      <vt:lpstr>Trebuchet MS</vt:lpstr>
      <vt:lpstr>Wingdings 2</vt:lpstr>
      <vt:lpstr>Ardósia</vt:lpstr>
      <vt:lpstr>Lógica de Programação</vt:lpstr>
      <vt:lpstr>Cronograma de aulas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Lógica de Programação</dc:title>
  <dc:creator>ead</dc:creator>
  <cp:lastModifiedBy>ead</cp:lastModifiedBy>
  <cp:revision>4</cp:revision>
  <dcterms:created xsi:type="dcterms:W3CDTF">2026-02-24T14:23:58Z</dcterms:created>
  <dcterms:modified xsi:type="dcterms:W3CDTF">2026-02-24T14:51:36Z</dcterms:modified>
</cp:coreProperties>
</file>